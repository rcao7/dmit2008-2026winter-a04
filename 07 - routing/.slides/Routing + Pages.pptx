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5143500" cx="9144000"/>
  <p:notesSz cx="6858000" cy="9144000"/>
  <p:embeddedFontLst>
    <p:embeddedFont>
      <p:font typeface="Roboto Slab"/>
      <p:regular r:id="rId25"/>
      <p:bold r:id="rId26"/>
    </p:embeddedFont>
    <p:embeddedFont>
      <p:font typeface="Roboto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RobotoSlab-bold.fntdata"/><Relationship Id="rId25" Type="http://schemas.openxmlformats.org/officeDocument/2006/relationships/font" Target="fonts/RobotoSlab-regular.fntdata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obot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7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6.xml"/><Relationship Id="rId32" Type="http://schemas.openxmlformats.org/officeDocument/2006/relationships/font" Target="fonts/RobotoMono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d3a4879e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d3a4879e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c141908b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c141908b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80fb9f6395_4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80fb9f6395_4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feed0f5af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feed0f5af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eed0f5af7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feed0f5af7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feed0f5af7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feed0f5af7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feed0f5af7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feed0f5af7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feed0f5af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feed0f5af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feed0f5af7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feed0f5af7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feed0f5af7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feed0f5af7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feed0f5af7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feed0f5af7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80ce8dd93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80ce8dd93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ab23cce82c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ab23cce82c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ab23cce82c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ab23cce82c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ab23cce82c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ab23cce82c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ab23cce82c_1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ab23cce82c_1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ab23cce82c_1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ab23cce82c_1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7bc0a4b2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7bc0a4b2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abf6eed5da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abf6eed5da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reactrouter.com/web/guides/quick-start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reactrouter.com/web/guides/quick-start" TargetMode="External"/><Relationship Id="rId4" Type="http://schemas.openxmlformats.org/officeDocument/2006/relationships/hyperlink" Target="https://nextjs.org/docs/api-reference/next/router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28877" y="121980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Next.js Routing and React Routing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DMIT 2008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4946900" y="1086825"/>
            <a:ext cx="4297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Expectations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Routing In React and Next.js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Routing in Next.js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Static and Nested Routes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Dynamic Routes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Using Dynamic Data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Linking Pages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Imperative Routing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Short Discussion on React Router DOM</a:t>
            </a:r>
            <a:br>
              <a:rPr lang="en" sz="1600"/>
            </a:br>
            <a:r>
              <a:rPr lang="en" sz="1600"/>
              <a:t>(optional notes to learn)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Examples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- What I expect from you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Late Assignments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Cheating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 a good classmate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Don’t go to stupid sites in class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Show up to class </a:t>
            </a:r>
            <a:br>
              <a:rPr lang="en"/>
            </a:br>
            <a:r>
              <a:rPr lang="en"/>
              <a:t>(10 mins I shut the door. Send me a message if you show up all the time or if you get in an accident and I’ll let you in.)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in </a:t>
            </a:r>
            <a:r>
              <a:rPr lang="en"/>
              <a:t>React and </a:t>
            </a:r>
            <a:r>
              <a:rPr lang="en"/>
              <a:t>Next.js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With Next.js the routing functionality is built in to the framework, and is based on the file system.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Every file in the in the “pages” directory is a new “page” with its’ own specific route. We’ll see the how this works on the next slide.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This is really great because we don’t need to define our routes (like you do if you are using react on its’ own) which we’ll also see just for the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in Next.js - Static and Nested Routes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87900" y="1489825"/>
            <a:ext cx="2260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Pages in Next.js take the name of the file of the component in the “pages” folder.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On the right we have examples of file paths and what they become in our application.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/>
          <p:nvPr/>
        </p:nvSpPr>
        <p:spPr>
          <a:xfrm>
            <a:off x="2830750" y="1406775"/>
            <a:ext cx="2710200" cy="307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8"/>
          <p:cNvSpPr/>
          <p:nvPr/>
        </p:nvSpPr>
        <p:spPr>
          <a:xfrm>
            <a:off x="6131050" y="1406775"/>
            <a:ext cx="2710200" cy="30789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8"/>
          <p:cNvSpPr txBox="1"/>
          <p:nvPr>
            <p:ph idx="1" type="body"/>
          </p:nvPr>
        </p:nvSpPr>
        <p:spPr>
          <a:xfrm>
            <a:off x="2830750" y="1406775"/>
            <a:ext cx="2710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Filepaths in the “pages” folder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6131050" y="1406775"/>
            <a:ext cx="2710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URL Paths in our application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2830750" y="1875150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pages/index.js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6131050" y="1875150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/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2830750" y="3099875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pages/subdirectory/index.js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6131050" y="3099875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/subdirectory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2830750" y="2490275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pages/a-new-page.js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3" name="Google Shape;103;p18"/>
          <p:cNvSpPr txBox="1"/>
          <p:nvPr/>
        </p:nvSpPr>
        <p:spPr>
          <a:xfrm>
            <a:off x="6131050" y="2490275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/a-new-page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4" name="Google Shape;104;p18"/>
          <p:cNvSpPr txBox="1"/>
          <p:nvPr/>
        </p:nvSpPr>
        <p:spPr>
          <a:xfrm>
            <a:off x="2830750" y="3709475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pages/accounts/login.js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05" name="Google Shape;105;p18"/>
          <p:cNvSpPr txBox="1"/>
          <p:nvPr/>
        </p:nvSpPr>
        <p:spPr>
          <a:xfrm>
            <a:off x="6131050" y="3709475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/accounts/login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in Next.js - Dynamic Routes</a:t>
            </a:r>
            <a:endParaRPr/>
          </a:p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387900" y="1489825"/>
            <a:ext cx="2260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Nextjs also gives some great functionality so that we can pass data from our url to our application.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On the right we see how to define the file names to use url data in our application. </a:t>
            </a:r>
            <a:endParaRPr/>
          </a:p>
        </p:txBody>
      </p:sp>
      <p:sp>
        <p:nvSpPr>
          <p:cNvPr id="112" name="Google Shape;112;p19"/>
          <p:cNvSpPr/>
          <p:nvPr/>
        </p:nvSpPr>
        <p:spPr>
          <a:xfrm>
            <a:off x="2830750" y="1406775"/>
            <a:ext cx="2710200" cy="30789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9"/>
          <p:cNvSpPr/>
          <p:nvPr/>
        </p:nvSpPr>
        <p:spPr>
          <a:xfrm>
            <a:off x="6131050" y="1406775"/>
            <a:ext cx="2710200" cy="30789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2830750" y="1406775"/>
            <a:ext cx="2710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Filepaths in the “pages” folder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6131050" y="1406775"/>
            <a:ext cx="2710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URL Paths in our application</a:t>
            </a:r>
            <a:endParaRPr/>
          </a:p>
        </p:txBody>
      </p:sp>
      <p:sp>
        <p:nvSpPr>
          <p:cNvPr id="116" name="Google Shape;116;p19"/>
          <p:cNvSpPr txBox="1"/>
          <p:nvPr/>
        </p:nvSpPr>
        <p:spPr>
          <a:xfrm>
            <a:off x="2830750" y="1875150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pages/presentation/[id].js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7" name="Google Shape;117;p19"/>
          <p:cNvSpPr txBox="1"/>
          <p:nvPr/>
        </p:nvSpPr>
        <p:spPr>
          <a:xfrm>
            <a:off x="6131050" y="1875150"/>
            <a:ext cx="2710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/presentation/:id</a:t>
            </a:r>
            <a:b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(ex. /presentation/442215)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8" name="Google Shape;118;p19"/>
          <p:cNvSpPr txBox="1"/>
          <p:nvPr/>
        </p:nvSpPr>
        <p:spPr>
          <a:xfrm>
            <a:off x="2830750" y="3404675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pages/posts/[...all].js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9" name="Google Shape;119;p19"/>
          <p:cNvSpPr txBox="1"/>
          <p:nvPr/>
        </p:nvSpPr>
        <p:spPr>
          <a:xfrm>
            <a:off x="6131050" y="3404675"/>
            <a:ext cx="2710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/posts/*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(ex. /posts/2025/4/oil-cup)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0" name="Google Shape;120;p19"/>
          <p:cNvSpPr txBox="1"/>
          <p:nvPr/>
        </p:nvSpPr>
        <p:spPr>
          <a:xfrm>
            <a:off x="2830750" y="2642675"/>
            <a:ext cx="27102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pages/u/[user]/settings.js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1" name="Google Shape;121;p19"/>
          <p:cNvSpPr txBox="1"/>
          <p:nvPr/>
        </p:nvSpPr>
        <p:spPr>
          <a:xfrm>
            <a:off x="6131050" y="2642675"/>
            <a:ext cx="2710200" cy="62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/u/:user/settings</a:t>
            </a:r>
            <a:b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(ex. /u/dgmouris/settings)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in Next.js - Using Dynamic Data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387900" y="1261225"/>
            <a:ext cx="3965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Let’s dive deeper into one of a possible path we’ve created in the last slide.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Let’s say in our example on the right we’ll be using a url like “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/u/dgmouris/settings</a:t>
            </a:r>
            <a:r>
              <a:rPr lang="en" sz="1100"/>
              <a:t>”. That means the “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user</a:t>
            </a:r>
            <a:r>
              <a:rPr lang="en" sz="1100"/>
              <a:t>” will be destructured from the “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router.query</a:t>
            </a:r>
            <a:r>
              <a:rPr lang="en" sz="1100"/>
              <a:t>” object and used in our account settings.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To do this we have to do the following:</a:t>
            </a:r>
            <a:endParaRPr sz="1100"/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Import the “useRouter” hook from next.js like so:</a:t>
            </a:r>
            <a:br>
              <a:rPr lang="en" sz="1100"/>
            </a:b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useRouter }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'next/router'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Declare the router so you can use it</a:t>
            </a:r>
            <a:br>
              <a:rPr lang="en" sz="1100"/>
            </a:b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router = useRouter()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Use our knowledge of destructuring objects to get the data from the “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router.query</a:t>
            </a:r>
            <a:r>
              <a:rPr lang="en" sz="1100"/>
              <a:t>”  object like so:</a:t>
            </a:r>
            <a:br>
              <a:rPr lang="en" sz="1100"/>
            </a:b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user } = router.query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8" name="Google Shape;128;p20"/>
          <p:cNvSpPr txBox="1"/>
          <p:nvPr/>
        </p:nvSpPr>
        <p:spPr>
          <a:xfrm>
            <a:off x="4592700" y="1729375"/>
            <a:ext cx="4163400" cy="24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useRouter 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'next/router'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Settings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router = useRouter()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user } = router.query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&lt;div&gt;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&lt;h2&gt;{user} Account Settings&lt;/h2&gt;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{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/* detailed settings here */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&lt;/div&gt;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Settings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29" name="Google Shape;129;p20"/>
          <p:cNvSpPr txBox="1"/>
          <p:nvPr/>
        </p:nvSpPr>
        <p:spPr>
          <a:xfrm>
            <a:off x="4637600" y="1360075"/>
            <a:ext cx="3625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Example: 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pages/u/[user]/settings.js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in Next.js - Linking Pages</a:t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87900" y="1261225"/>
            <a:ext cx="39771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Let’s take a look at how we can link using some of the example routes above.</a:t>
            </a:r>
            <a:endParaRPr sz="1100"/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First you need to use the link that from next.js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Link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'next/link'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Second you need to Define the Next.js Link components with the href param like so:</a:t>
            </a:r>
            <a:br>
              <a:rPr lang="en" sz="1100"/>
            </a:b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&lt;Link href=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"/a-new-page"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Observe</a:t>
            </a:r>
            <a:r>
              <a:rPr lang="en" sz="1100"/>
              <a:t> ths in this example using the paths in the previous slides:</a:t>
            </a:r>
            <a:endParaRPr sz="1100"/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Clicking on </a:t>
            </a:r>
            <a:r>
              <a:rPr lang="en" sz="1100"/>
              <a:t>“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/a-new-page</a:t>
            </a:r>
            <a:r>
              <a:rPr lang="en" sz="1100"/>
              <a:t>” would use the component in the file “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pages/a-new-page.js</a:t>
            </a:r>
            <a:r>
              <a:rPr lang="en" sz="1100"/>
              <a:t>”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" sz="1100"/>
              <a:t>Clicking on “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/u/dgmouris/settings</a:t>
            </a:r>
            <a:r>
              <a:rPr lang="en" sz="1100"/>
              <a:t>” would use the component in the file</a:t>
            </a:r>
            <a:br>
              <a:rPr lang="en" sz="1100"/>
            </a:br>
            <a:r>
              <a:rPr lang="en" sz="1100"/>
              <a:t>“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pages/u/[user]/settings.js</a:t>
            </a:r>
            <a:r>
              <a:rPr lang="en" sz="1100"/>
              <a:t>” 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36" name="Google Shape;136;p21"/>
          <p:cNvSpPr txBox="1"/>
          <p:nvPr/>
        </p:nvSpPr>
        <p:spPr>
          <a:xfrm>
            <a:off x="4903000" y="1166875"/>
            <a:ext cx="40962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Link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'next/link'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Home()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&lt;ul&gt;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&lt;Link href=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"/a-new-page"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&lt;a&gt;A New Page&lt;/a&gt;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&lt;/Link&gt;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&lt;Link href=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"/u/dgmouris/settings"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&lt;a&gt;Settings&lt;/a&gt;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&lt;/Link&gt;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&lt;/ul&gt;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Home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in Next.js - Imperative Routing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87900" y="1261225"/>
            <a:ext cx="41865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Sometimes in your code, you’ll want to have some specific functionality based on some type of condition. This is where imperative routing comes in handy.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On the example on the right we have a function that either goes to “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/accounts/login</a:t>
            </a:r>
            <a:r>
              <a:rPr lang="en" sz="1100"/>
              <a:t>” or “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/user/dashboard</a:t>
            </a:r>
            <a:r>
              <a:rPr lang="en" sz="1100"/>
              <a:t>” depending if the user is logged in (note that yes, you need a bit more to make this work properly).</a:t>
            </a:r>
            <a:endParaRPr sz="11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00"/>
              <a:t>To do this we have to do the following:</a:t>
            </a:r>
            <a:endParaRPr sz="1100"/>
          </a:p>
          <a:p>
            <a:pPr indent="-298450" lvl="0" marL="457200" rtl="0" algn="l">
              <a:spcBef>
                <a:spcPts val="160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Import the “useRouter” hook from next.js like so:</a:t>
            </a:r>
            <a:br>
              <a:rPr lang="en" sz="1100"/>
            </a:b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useRouter } </a:t>
            </a: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'next/router'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Declare the router so you can use it</a:t>
            </a:r>
            <a:br>
              <a:rPr lang="en" sz="1100"/>
            </a:br>
            <a:r>
              <a:rPr lang="en" sz="110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router = useRouter()</a:t>
            </a:r>
            <a:endParaRPr sz="1100"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eriod"/>
            </a:pPr>
            <a:r>
              <a:rPr lang="en" sz="1100"/>
              <a:t>Use the “</a:t>
            </a:r>
            <a:r>
              <a:rPr lang="en" sz="110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router.push</a:t>
            </a:r>
            <a:r>
              <a:rPr lang="en" sz="1100"/>
              <a:t>”  function and pass in the path you’d like to use as the argument, say for example “</a:t>
            </a:r>
            <a:r>
              <a:rPr lang="en" sz="110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/accounts/login</a:t>
            </a:r>
            <a:r>
              <a:rPr lang="en" sz="1100"/>
              <a:t>”</a:t>
            </a:r>
            <a:endParaRPr sz="1100"/>
          </a:p>
        </p:txBody>
      </p:sp>
      <p:sp>
        <p:nvSpPr>
          <p:cNvPr id="143" name="Google Shape;143;p22"/>
          <p:cNvSpPr txBox="1"/>
          <p:nvPr/>
        </p:nvSpPr>
        <p:spPr>
          <a:xfrm>
            <a:off x="4574325" y="1306950"/>
            <a:ext cx="4342500" cy="3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useRouter 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'next/router'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export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default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function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LoginButton()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router = useRouter()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goToLoginOrDashboardPage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if user is not logged in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router.push(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'/accounts/login'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 or if user is logged in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router.push(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'/user/dashboard'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(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&lt;button onClick={goToLoginOrDashboardPage}&gt;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Login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&lt;/button&gt;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/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149" name="Google Shape;149;p23"/>
          <p:cNvSpPr txBox="1"/>
          <p:nvPr>
            <p:ph idx="2" type="body"/>
          </p:nvPr>
        </p:nvSpPr>
        <p:spPr>
          <a:xfrm>
            <a:off x="4946900" y="1086825"/>
            <a:ext cx="4297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Expectations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Routing In React and Next.js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Routing in Next.js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Static and Nested Routes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Dynamic Routes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Using Dynamic Data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Linking Pages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Imperative Routing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Short Discussion on React Router DOM</a:t>
            </a:r>
            <a:br>
              <a:rPr lang="en" sz="1600"/>
            </a:br>
            <a:r>
              <a:rPr lang="en" sz="1600"/>
              <a:t>(optional notes to learn)</a:t>
            </a:r>
            <a:endParaRPr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Router DOM (very optional)</a:t>
            </a:r>
            <a:endParaRPr/>
          </a:p>
        </p:txBody>
      </p:sp>
      <p:sp>
        <p:nvSpPr>
          <p:cNvPr id="155" name="Google Shape;155;p24"/>
          <p:cNvSpPr txBox="1"/>
          <p:nvPr>
            <p:ph idx="1" type="body"/>
          </p:nvPr>
        </p:nvSpPr>
        <p:spPr>
          <a:xfrm>
            <a:off x="387900" y="14582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next few slides show you how React Router DOM works and the how React Routing works without Next.js.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You don’t need to know this but I thought it would be interesting to keep here for the </a:t>
            </a:r>
            <a:r>
              <a:rPr lang="en"/>
              <a:t>parallels</a:t>
            </a:r>
            <a:r>
              <a:rPr lang="en"/>
              <a:t> between next.js routing and react-router-dom.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Page Apps</a:t>
            </a:r>
            <a:endParaRPr/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87900" y="1489825"/>
            <a:ext cx="3999900" cy="27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Installing React Router Dom:</a:t>
            </a:r>
            <a:br>
              <a:rPr lang="en" sz="1500"/>
            </a:br>
            <a:r>
              <a:rPr lang="en" sz="1500"/>
              <a:t>“</a:t>
            </a:r>
            <a:r>
              <a:rPr lang="en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npm install react-router-dom</a:t>
            </a:r>
            <a:r>
              <a:rPr lang="en" sz="1500"/>
              <a:t>”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For the documentation you can </a:t>
            </a:r>
            <a:r>
              <a:rPr lang="en" sz="1500" u="sng">
                <a:solidFill>
                  <a:schemeClr val="hlink"/>
                </a:solidFill>
                <a:hlinkClick r:id="rId3"/>
              </a:rPr>
              <a:t>click here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2" name="Google Shape;162;p2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What is a Single Page App?</a:t>
            </a:r>
            <a:endParaRPr sz="1500"/>
          </a:p>
          <a:p>
            <a:pPr indent="-323850" lvl="0" marL="457200" rtl="0" algn="l">
              <a:spcBef>
                <a:spcPts val="160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Essentially it's an application that has one page and doesn't refresh every single time you navigate to a different page.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This is really nice because you can navigate to pages via JSX, and programmatically route to pages via certain conditions.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6"/>
          <p:cNvSpPr txBox="1"/>
          <p:nvPr>
            <p:ph type="title"/>
          </p:nvPr>
        </p:nvSpPr>
        <p:spPr>
          <a:xfrm>
            <a:off x="339225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Router Pages</a:t>
            </a:r>
            <a:endParaRPr/>
          </a:p>
        </p:txBody>
      </p:sp>
      <p:sp>
        <p:nvSpPr>
          <p:cNvPr id="168" name="Google Shape;168;p26"/>
          <p:cNvSpPr txBox="1"/>
          <p:nvPr>
            <p:ph idx="1" type="body"/>
          </p:nvPr>
        </p:nvSpPr>
        <p:spPr>
          <a:xfrm>
            <a:off x="387900" y="1489825"/>
            <a:ext cx="3999900" cy="27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We're going to create our "pages" which are just components within a separate folder which we'll call pages.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We'll be create the path to those pages in in a switch.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Now if you would run this application if you would enter "/about" in the url you would render the about page, and the "/" would render the home page.</a:t>
            </a:r>
            <a:endParaRPr sz="1500"/>
          </a:p>
        </p:txBody>
      </p:sp>
      <p:sp>
        <p:nvSpPr>
          <p:cNvPr id="169" name="Google Shape;169;p26"/>
          <p:cNvSpPr txBox="1"/>
          <p:nvPr/>
        </p:nvSpPr>
        <p:spPr>
          <a:xfrm>
            <a:off x="5211975" y="1522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BrowserRouter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Router,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Switch,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Route,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"react-router-dom"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&lt;Router&gt;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&lt;Switch&gt;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&lt;Route path=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"/about"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&lt;About/&gt;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&lt;/Route&gt;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&lt;Route exact path=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&lt;Home/&gt;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&lt;/Route&gt;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&lt;/Switch&gt;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&lt;/Router&gt;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Home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&lt;h2&gt;Home&lt;/h2&gt;;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About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&lt;h2&gt;About&lt;/h2&gt;;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title"/>
          </p:nvPr>
        </p:nvSpPr>
        <p:spPr>
          <a:xfrm>
            <a:off x="339225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Links to Pages</a:t>
            </a:r>
            <a:endParaRPr/>
          </a:p>
        </p:txBody>
      </p:sp>
      <p:sp>
        <p:nvSpPr>
          <p:cNvPr id="175" name="Google Shape;175;p27"/>
          <p:cNvSpPr txBox="1"/>
          <p:nvPr>
            <p:ph idx="1" type="body"/>
          </p:nvPr>
        </p:nvSpPr>
        <p:spPr>
          <a:xfrm>
            <a:off x="387900" y="1489825"/>
            <a:ext cx="3999900" cy="27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You won't want to explicitly write urls, so let's take a look at first how to link to a page with JSX.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Note that you're not using "href" JSX uses the "to" prop on the "Link" to route to those specific pages.</a:t>
            </a:r>
            <a:endParaRPr sz="1500"/>
          </a:p>
        </p:txBody>
      </p:sp>
      <p:sp>
        <p:nvSpPr>
          <p:cNvPr id="176" name="Google Shape;176;p27"/>
          <p:cNvSpPr txBox="1"/>
          <p:nvPr/>
        </p:nvSpPr>
        <p:spPr>
          <a:xfrm>
            <a:off x="4698650" y="915225"/>
            <a:ext cx="40089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BrowserRouter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Router,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Switch,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Route,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Link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"react-router-dom"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&lt;Router&gt;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&lt;nav&gt;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&lt;ul&gt;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&lt;Link to=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&gt;Home&lt;/Link&gt;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&lt;Link to=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"/about"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&gt;About&lt;/Link&gt;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&lt;/ul&gt;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&lt;/nav&gt;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//...Switch for pages...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&lt;/Router&gt;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8"/>
          <p:cNvSpPr txBox="1"/>
          <p:nvPr>
            <p:ph type="title"/>
          </p:nvPr>
        </p:nvSpPr>
        <p:spPr>
          <a:xfrm>
            <a:off x="339225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Routing to Pages via Code</a:t>
            </a:r>
            <a:endParaRPr/>
          </a:p>
        </p:txBody>
      </p:sp>
      <p:sp>
        <p:nvSpPr>
          <p:cNvPr id="182" name="Google Shape;182;p28"/>
          <p:cNvSpPr txBox="1"/>
          <p:nvPr>
            <p:ph idx="1" type="body"/>
          </p:nvPr>
        </p:nvSpPr>
        <p:spPr>
          <a:xfrm>
            <a:off x="387900" y="1489825"/>
            <a:ext cx="3999900" cy="27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On what we saw on the last slide is that we can change the code so that it uses a program to be able to see what's going on.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To be able to navigate you need to specify the "useHistory" hook.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once you've created history you can use "history.push(&lt;pathstring&gt;)" to route to whatever page you'd like to go to.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3" name="Google Shape;183;p28"/>
          <p:cNvSpPr txBox="1"/>
          <p:nvPr/>
        </p:nvSpPr>
        <p:spPr>
          <a:xfrm>
            <a:off x="5017375" y="350000"/>
            <a:ext cx="4341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//...other imports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useHistory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"react-router-dom"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history = useHistory();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goToPage = (path)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history.push(path)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&lt;Router&gt;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&lt;nav&gt;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&lt;ul&gt;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&lt;li onClick={()=&gt; goToPage(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)}&gt;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Home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&lt;li onClick={()=&gt; goToPage(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"/about"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)}&gt;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About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&lt;/li&gt;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&lt;/ul&gt;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&lt;/nav&gt;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n" sz="1150">
                <a:solidFill>
                  <a:srgbClr val="F06292"/>
                </a:solidFill>
                <a:latin typeface="Roboto Mono"/>
                <a:ea typeface="Roboto Mono"/>
                <a:cs typeface="Roboto Mono"/>
                <a:sym typeface="Roboto Mono"/>
              </a:rPr>
              <a:t>//...Switch for pages...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&lt;/Router&gt;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9"/>
          <p:cNvSpPr txBox="1"/>
          <p:nvPr>
            <p:ph type="title"/>
          </p:nvPr>
        </p:nvSpPr>
        <p:spPr>
          <a:xfrm>
            <a:off x="339225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Parameters</a:t>
            </a:r>
            <a:endParaRPr/>
          </a:p>
        </p:txBody>
      </p:sp>
      <p:sp>
        <p:nvSpPr>
          <p:cNvPr id="189" name="Google Shape;189;p29"/>
          <p:cNvSpPr txBox="1"/>
          <p:nvPr>
            <p:ph idx="1" type="body"/>
          </p:nvPr>
        </p:nvSpPr>
        <p:spPr>
          <a:xfrm>
            <a:off x="387900" y="1489825"/>
            <a:ext cx="3999900" cy="279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Just like in any other application you'll want to use parameters in your url to identify specific pieces.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First you need to specify the parameter "slug" in the route in our example, then you need to destructure using the useParams hook to use the parameter in your.</a:t>
            </a:r>
            <a:endParaRPr sz="1500"/>
          </a:p>
        </p:txBody>
      </p:sp>
      <p:sp>
        <p:nvSpPr>
          <p:cNvPr id="190" name="Google Shape;190;p29"/>
          <p:cNvSpPr txBox="1"/>
          <p:nvPr/>
        </p:nvSpPr>
        <p:spPr>
          <a:xfrm>
            <a:off x="4588050" y="502175"/>
            <a:ext cx="471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import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BrowserRouter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as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Router,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Switch,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Route,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Link,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useParams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from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"react-router-dom"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&lt;Router&gt;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&lt;Link to=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"/blog/this-is-about-react-router"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Blog about React Router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&lt;/Link&gt;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&lt;Switch&gt;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&lt;Route path=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"/blog/:slug"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&lt;BlogPost/&gt;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&lt;/Route&gt;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&lt;/Switch&gt;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&lt;/Router&gt;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BlogPost()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{ slug } = useParams();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&lt;div&gt;Now showing post {slug}&lt;/div&gt;;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Query Parameters </a:t>
            </a:r>
            <a:endParaRPr/>
          </a:p>
        </p:txBody>
      </p:sp>
      <p:sp>
        <p:nvSpPr>
          <p:cNvPr id="196" name="Google Shape;196;p30"/>
          <p:cNvSpPr txBox="1"/>
          <p:nvPr>
            <p:ph idx="1" type="body"/>
          </p:nvPr>
        </p:nvSpPr>
        <p:spPr>
          <a:xfrm>
            <a:off x="387900" y="1489825"/>
            <a:ext cx="3999900" cy="35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Query params can be really easy to use in the react router.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500"/>
              <a:t>You could create a custom hook like this:</a:t>
            </a:r>
            <a:br>
              <a:rPr lang="en" sz="1500"/>
            </a:br>
            <a:br>
              <a:rPr lang="en" sz="1500"/>
            </a:br>
            <a:br>
              <a:rPr lang="en" sz="1500"/>
            </a:br>
            <a:br>
              <a:rPr lang="en" sz="1500"/>
            </a:br>
            <a:r>
              <a:rPr lang="en" sz="1500"/>
              <a:t>Now that you have it defined in the root level of the component you can use “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query = useQuery();</a:t>
            </a:r>
            <a:r>
              <a:rPr lang="en" sz="1500"/>
              <a:t>” to define that you’re going to have query params and “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query.get(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"name-of-param"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1500"/>
              <a:t>” to get the parameter.</a:t>
            </a:r>
            <a:endParaRPr sz="15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500"/>
              <a:t>        	</a:t>
            </a:r>
            <a:endParaRPr sz="1500"/>
          </a:p>
        </p:txBody>
      </p:sp>
      <p:sp>
        <p:nvSpPr>
          <p:cNvPr id="197" name="Google Shape;197;p30"/>
          <p:cNvSpPr txBox="1"/>
          <p:nvPr>
            <p:ph idx="2" type="body"/>
          </p:nvPr>
        </p:nvSpPr>
        <p:spPr>
          <a:xfrm>
            <a:off x="4756200" y="1489825"/>
            <a:ext cx="3999900" cy="110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a page component what you can use is the following code to listen and react to changes in the query params, this example is listening to the "name" query param: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30"/>
          <p:cNvSpPr txBox="1"/>
          <p:nvPr/>
        </p:nvSpPr>
        <p:spPr>
          <a:xfrm>
            <a:off x="182575" y="2556975"/>
            <a:ext cx="49686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useQuery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new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1150">
                <a:solidFill>
                  <a:srgbClr val="CE93D8"/>
                </a:solidFill>
                <a:latin typeface="Roboto Mono"/>
                <a:ea typeface="Roboto Mono"/>
                <a:cs typeface="Roboto Mono"/>
                <a:sym typeface="Roboto Mono"/>
              </a:rPr>
              <a:t>URLSearchParams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(useLocation().search);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4900025" y="2762525"/>
            <a:ext cx="4162200" cy="17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ExamplePageComponent = () 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let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query = useQuery();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[name,setName] = React.useState(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React.useEffect(()=&gt; {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setName(query.get(</a:t>
            </a:r>
            <a:r>
              <a:rPr lang="en" sz="11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"name"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}, [query])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11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&lt;p&gt; {name} &lt;/p&gt;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1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1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Resources</a:t>
            </a:r>
            <a:endParaRPr/>
          </a:p>
        </p:txBody>
      </p:sp>
      <p:sp>
        <p:nvSpPr>
          <p:cNvPr id="210" name="Google Shape;210;p3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React Router Docs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3"/>
              </a:rPr>
              <a:t>https://reactrouter.com/web/guides/quick-start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Next.js Router (because you’ll do server side at one point).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hlinkClick r:id="rId4"/>
              </a:rPr>
              <a:t>https://nextjs.org/docs/api-reference/next/router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