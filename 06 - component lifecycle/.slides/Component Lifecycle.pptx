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embeddedFontLst>
    <p:embeddedFont>
      <p:font typeface="Roboto Slab"/>
      <p:regular r:id="rId19"/>
      <p:bold r:id="rId20"/>
    </p:embeddedFont>
    <p:embeddedFont>
      <p:font typeface="Roboto"/>
      <p:regular r:id="rId21"/>
      <p:bold r:id="rId22"/>
      <p:italic r:id="rId23"/>
      <p:boldItalic r:id="rId24"/>
    </p:embeddedFon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lab-bold.fntdata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RobotoSlab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0fb9f6395_4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0fb9f6395_4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5ad3a4879e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5ad3a4879e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472049cce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472049cce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472049cce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472049cce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4836cf52f5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4836cf52f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472049cce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472049cce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4836cf52f5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4836cf52f5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72049cce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472049cce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472049cce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472049cce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836cf52f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4836cf52f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4836cf52f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4836cf52f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4836cf52f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4836cf52f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4836cf52f5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4836cf52f5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jsbin.com/buqatiq/edit?js,console,outpu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jsbin.com/mareper/edit?js,console,output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jsbin.com/kadoled/edit?js,console,output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DMIT 2008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Expectations - What I expect from you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No Late Assignments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No Cheating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Be a good classmate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Don’t go to stupid sites in class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Show up to class </a:t>
            </a:r>
            <a:br>
              <a:rPr lang="en"/>
            </a:br>
            <a:r>
              <a:rPr lang="en"/>
              <a:t>(10 mins I shut the door. Send me a message if you show up all the time or if you get in an accident and I’ll let you in.)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248400" y="144002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are we?</a:t>
            </a:r>
            <a:endParaRPr/>
          </a:p>
        </p:txBody>
      </p:sp>
      <p:sp>
        <p:nvSpPr>
          <p:cNvPr id="81" name="Google Shape;81;p16"/>
          <p:cNvSpPr txBox="1"/>
          <p:nvPr>
            <p:ph idx="2" type="body"/>
          </p:nvPr>
        </p:nvSpPr>
        <p:spPr>
          <a:xfrm>
            <a:off x="4946900" y="1086825"/>
            <a:ext cx="42972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Expectations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Review of State and Events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React LifeCycle - Why though?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React useEffect and the Component LifeCycle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React Component LifeCycle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Mounting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Updating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Unmounting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React Component LifeCycle - Class based Equivalents.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Examples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of State and Events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87900" y="12612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So far in our React journey we know that </a:t>
            </a:r>
            <a:r>
              <a:rPr lang="en" sz="1400"/>
              <a:t>everything</a:t>
            </a:r>
            <a:r>
              <a:rPr lang="en" sz="1400"/>
              <a:t> is contained within components.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Within React components events essentially fire when some type of user interaction </a:t>
            </a:r>
            <a:r>
              <a:rPr lang="en" sz="1400"/>
              <a:t>happens on the page. A user clicks something, a key is typed, the mouse is moved, etc.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Within React components state essentially keeps our data that is being rendered in our JSX (the layout) inline with what our code and functions are doing.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You’re probably thinking to yourself, that’s great but what if I want to run something immediately when a component is called? Say you have a page of reviews and you want them to load instantaneously, rather than have to click a button.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And as well what if you want to debug or fire an event on every change of a variables state?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This is where the lifecycle of a component comes in.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LifeCycle - Why though?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87900" y="1261224"/>
            <a:ext cx="8368200" cy="9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Sometimes you want a component to do something right when it is added to the page, say for example you want to load data on the client! You can do that, using the lifecycle.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Say for example in the case of loading a quote (just like the example!) on the client rather than having the user click a button (we’ll do this in an example)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Another use case is you want to log changes of a stateful variable, or you’d like to do something when it changes (this isn’t always the case but you might have some functionality that this is required).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This is really important to know as a frontend developer as all component based libraries (most of them) have a very similar lifecycle, so this concept is very relatable to Vue.js Solid.js, Angular.js etc.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useEffect and Component LifeCycle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507700" y="1330800"/>
            <a:ext cx="78300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To understand the component lifecycle we have to understand how to use the “useEffect” hook.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200"/>
              <a:t>The fundamental useEffect looks like this:</a:t>
            </a:r>
            <a:endParaRPr sz="1200"/>
          </a:p>
        </p:txBody>
      </p:sp>
      <p:sp>
        <p:nvSpPr>
          <p:cNvPr id="100" name="Google Shape;100;p19"/>
          <p:cNvSpPr txBox="1"/>
          <p:nvPr/>
        </p:nvSpPr>
        <p:spPr>
          <a:xfrm>
            <a:off x="1945575" y="2226175"/>
            <a:ext cx="3352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useEffect(()=&gt; {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your code here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}, [])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the "[]" as the second argument 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is named the dependency array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different state values here will 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fire this function at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different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 times</a:t>
            </a:r>
            <a:endParaRPr sz="1000">
              <a:solidFill>
                <a:srgbClr val="F0629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507700" y="3758475"/>
            <a:ext cx="83682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We’re going to look at different ways to use the dependency array to get the first argument (the callback) to be called at the right time in the lifecycle.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200"/>
              <a:t>Note: useEffect like all hooks need to be at the root of the component.</a:t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248400" y="144002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are we?</a:t>
            </a:r>
            <a:endParaRPr/>
          </a:p>
        </p:txBody>
      </p:sp>
      <p:sp>
        <p:nvSpPr>
          <p:cNvPr id="107" name="Google Shape;107;p20"/>
          <p:cNvSpPr txBox="1"/>
          <p:nvPr>
            <p:ph idx="2" type="body"/>
          </p:nvPr>
        </p:nvSpPr>
        <p:spPr>
          <a:xfrm>
            <a:off x="4946900" y="1086825"/>
            <a:ext cx="42972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Expectations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Review of State and Events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React LifeCycle - Why though?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React useEffect and the Component LifeCycle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React Component LifeCycle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Mounting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Updating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Unmounting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React Component LifeCycle - Class based Equivalents.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Examples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/>
          <p:nvPr/>
        </p:nvSpPr>
        <p:spPr>
          <a:xfrm>
            <a:off x="6119150" y="1321950"/>
            <a:ext cx="2838300" cy="35133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1"/>
          <p:cNvSpPr/>
          <p:nvPr/>
        </p:nvSpPr>
        <p:spPr>
          <a:xfrm>
            <a:off x="3091775" y="1321950"/>
            <a:ext cx="2914200" cy="35133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1"/>
          <p:cNvSpPr/>
          <p:nvPr/>
        </p:nvSpPr>
        <p:spPr>
          <a:xfrm>
            <a:off x="146050" y="1322075"/>
            <a:ext cx="2832600" cy="35133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Component LifeCycle</a:t>
            </a:r>
            <a:endParaRPr/>
          </a:p>
        </p:txBody>
      </p:sp>
      <p:sp>
        <p:nvSpPr>
          <p:cNvPr id="116" name="Google Shape;116;p21"/>
          <p:cNvSpPr txBox="1"/>
          <p:nvPr/>
        </p:nvSpPr>
        <p:spPr>
          <a:xfrm>
            <a:off x="303500" y="1322075"/>
            <a:ext cx="2325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Mounting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Here you can run a function when a component is created, and runs before your JSX is rendered.</a:t>
            </a:r>
            <a:b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You need an empty dependency array for this.</a:t>
            </a:r>
            <a:endParaRPr i="1"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3185638" y="1322075"/>
            <a:ext cx="2325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Updating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 can run functions when a specific variable is updated, or when any variable is updated (or is mounted).</a:t>
            </a:r>
            <a:b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you either need to specify the stateful variable in the dependency array OR don’t specify it and the effect will run everytime something is updated (this is not ideal).</a:t>
            </a:r>
            <a:b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6211450" y="1322075"/>
            <a:ext cx="23256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Unmounting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 can run specific functions when the component is destroyed/removed from the dom.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You’ll need to specify an empty dependency array but include your code in a returned callback.</a:t>
            </a:r>
            <a:endParaRPr i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21"/>
          <p:cNvSpPr txBox="1"/>
          <p:nvPr/>
        </p:nvSpPr>
        <p:spPr>
          <a:xfrm>
            <a:off x="303500" y="3079275"/>
            <a:ext cx="2914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1. Mounting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useEffect(()=&gt; {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the code here will be called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the first time the component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is loaded on the page.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}, [])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0" name="Google Shape;120;p21"/>
          <p:cNvSpPr txBox="1"/>
          <p:nvPr/>
        </p:nvSpPr>
        <p:spPr>
          <a:xfrm>
            <a:off x="3060250" y="3111550"/>
            <a:ext cx="3151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2. Run on Update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example stateful variable.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[thing, setThing] = useState()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useEffect(()=&gt; {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this will called whenever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we call the function "setThing"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to attempt to update the "thing"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}, [thing])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6067800" y="3079275"/>
            <a:ext cx="3000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3. Run on Unmounting/Removal.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useEffect(()=&gt; {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10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() =&gt; {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run your code for Unmounting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within this callback.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}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}, [])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note that this is the same empty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dependency array as mounting.</a:t>
            </a:r>
            <a:endParaRPr sz="1000">
              <a:solidFill>
                <a:srgbClr val="F0629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Component LifeCycle - Mounting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87900" y="12612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Mounting essentially means it’s adding the nodes contained within to the react component. In Vanilla this is like a function that is fired every time you would call “nodeOnPage.append(node)”.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This is going to be a pretty common use case as this is an easy way to get data and render it on our page.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Let’s take a look at the example on the right, we have the stateful variable “</a:t>
            </a:r>
            <a:r>
              <a:rPr lang="en" sz="10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text</a:t>
            </a:r>
            <a:r>
              <a:rPr lang="en" sz="1100"/>
              <a:t>” which we initialize with the string “</a:t>
            </a:r>
            <a:r>
              <a:rPr lang="en" sz="10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original</a:t>
            </a:r>
            <a:r>
              <a:rPr lang="en" sz="1100"/>
              <a:t>”.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This is our “</a:t>
            </a:r>
            <a:r>
              <a:rPr lang="en" sz="10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en" sz="1100"/>
              <a:t>” component which is mounted to the page immediately. Our component checks for “</a:t>
            </a:r>
            <a:r>
              <a:rPr lang="en" sz="10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useEffect</a:t>
            </a:r>
            <a:r>
              <a:rPr lang="en" sz="1100"/>
              <a:t>” on mount, and sees there is one because of the empty dependency array “</a:t>
            </a:r>
            <a:r>
              <a:rPr lang="en" sz="10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[]</a:t>
            </a:r>
            <a:r>
              <a:rPr lang="en" sz="1100"/>
              <a:t>” . There is an effect so the first argument (the function) of the first “</a:t>
            </a:r>
            <a:r>
              <a:rPr lang="en" sz="10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useEffect</a:t>
            </a:r>
            <a:r>
              <a:rPr lang="en" sz="1100"/>
              <a:t>” is fired. This changes the “</a:t>
            </a:r>
            <a:r>
              <a:rPr lang="en" sz="10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text</a:t>
            </a:r>
            <a:r>
              <a:rPr lang="en" sz="1100"/>
              <a:t>” variable to “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fired on mount</a:t>
            </a:r>
            <a:r>
              <a:rPr lang="en" sz="1100"/>
              <a:t>”.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8" name="Google Shape;128;p22"/>
          <p:cNvSpPr txBox="1"/>
          <p:nvPr>
            <p:ph idx="2" type="body"/>
          </p:nvPr>
        </p:nvSpPr>
        <p:spPr>
          <a:xfrm>
            <a:off x="4458350" y="4426100"/>
            <a:ext cx="39999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Here’s an example of it live</a:t>
            </a:r>
            <a:r>
              <a:rPr lang="en"/>
              <a:t> (click “Run with js”)</a:t>
            </a:r>
            <a:endParaRPr/>
          </a:p>
        </p:txBody>
      </p:sp>
      <p:sp>
        <p:nvSpPr>
          <p:cNvPr id="129" name="Google Shape;129;p22"/>
          <p:cNvSpPr txBox="1"/>
          <p:nvPr/>
        </p:nvSpPr>
        <p:spPr>
          <a:xfrm>
            <a:off x="4458350" y="1232288"/>
            <a:ext cx="5655000" cy="3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{useEffect, useState}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"react"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App = () =&gt;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[text, setText] = useState(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"original"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the function below is invoked immediately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useEffect(()=&gt;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150">
                <a:solidFill>
                  <a:srgbClr val="CE93D8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.log(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"fired on mount"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setText(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"fired on mount"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}, []) </a:t>
            </a:r>
            <a:r>
              <a:rPr lang="en" sz="115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the [] is the dependency array.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and note that it is empty.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&lt;div&gt;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&lt;h1&gt;Mounting Example&lt;/h1&gt;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&lt;p&gt;text is: {text}&lt;/p&gt;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&lt;/div&gt;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Component LifeCycle - Updating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87900" y="12612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In the React Component lifecycle, </a:t>
            </a:r>
            <a:r>
              <a:rPr lang="en" sz="1000"/>
              <a:t>updating is essentially listening to any changes that have happened to </a:t>
            </a:r>
            <a:r>
              <a:rPr b="1" lang="en" sz="1000"/>
              <a:t>stateful</a:t>
            </a:r>
            <a:r>
              <a:rPr lang="en" sz="1000"/>
              <a:t> variables. So in vanilla JS, this would be like a function that fires every time you change something in an element in the dom (most times you don’t have to) but sometimes it’s useful.</a:t>
            </a:r>
            <a:endParaRPr sz="1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000"/>
              <a:t>Let’s take a look at the example on the right.</a:t>
            </a:r>
            <a:endParaRPr sz="1000"/>
          </a:p>
          <a:p>
            <a:pPr indent="-292100" lvl="0" marL="457200" rtl="0" algn="l">
              <a:spcBef>
                <a:spcPts val="1600"/>
              </a:spcBef>
              <a:spcAft>
                <a:spcPts val="0"/>
              </a:spcAft>
              <a:buSzPts val="1000"/>
              <a:buAutoNum type="arabicPeriod"/>
            </a:pPr>
            <a:r>
              <a:rPr lang="en" sz="1000"/>
              <a:t>The “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en" sz="1000"/>
              <a:t>” is rendered on the page, and the stateful variables are initialized.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 sz="1000"/>
              <a:t>The user clicks the button and the “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clicks</a:t>
            </a:r>
            <a:r>
              <a:rPr lang="en" sz="1000"/>
              <a:t>” value is updated to a new value.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 sz="1000"/>
              <a:t>The component checks if there are any “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useEffect</a:t>
            </a:r>
            <a:r>
              <a:rPr lang="en" sz="1000"/>
              <a:t>” on the “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clicks</a:t>
            </a:r>
            <a:r>
              <a:rPr lang="en" sz="1000"/>
              <a:t>” variable, and there is because the dependency array is “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[clicks]</a:t>
            </a:r>
            <a:r>
              <a:rPr lang="en" sz="1000"/>
              <a:t>”.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 sz="1000"/>
              <a:t>The function is fired which in turn updates the “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text</a:t>
            </a:r>
            <a:r>
              <a:rPr lang="en" sz="1000"/>
              <a:t>” variable (It also checks for any “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useEffect</a:t>
            </a:r>
            <a:r>
              <a:rPr lang="en" sz="1000"/>
              <a:t>” on the “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text</a:t>
            </a:r>
            <a:r>
              <a:rPr lang="en" sz="1000"/>
              <a:t>” but there are none) to the new value.</a:t>
            </a:r>
            <a:endParaRPr sz="1000"/>
          </a:p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387900" y="4580500"/>
            <a:ext cx="39999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Here’s an example of it live</a:t>
            </a:r>
            <a:r>
              <a:rPr lang="en"/>
              <a:t> (click “Run with js”)</a:t>
            </a:r>
            <a:endParaRPr/>
          </a:p>
        </p:txBody>
      </p:sp>
      <p:sp>
        <p:nvSpPr>
          <p:cNvPr id="137" name="Google Shape;137;p23"/>
          <p:cNvSpPr txBox="1"/>
          <p:nvPr/>
        </p:nvSpPr>
        <p:spPr>
          <a:xfrm>
            <a:off x="4718900" y="1144125"/>
            <a:ext cx="4425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{useEffect, useState} </a:t>
            </a:r>
            <a:r>
              <a:rPr lang="en" sz="10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0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"react"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App = () =&gt; {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stateful variables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[text, setText] = useState(</a:t>
            </a:r>
            <a:r>
              <a:rPr lang="en" sz="10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"clicks: 0"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[clicks, setClicks] = useState(</a:t>
            </a:r>
            <a:r>
              <a:rPr lang="en" sz="1000">
                <a:solidFill>
                  <a:srgbClr val="FBC02D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useEffect(()=&gt; {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setText(</a:t>
            </a:r>
            <a:r>
              <a:rPr lang="en" sz="10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`clicks: 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${clicks}</a:t>
            </a:r>
            <a:r>
              <a:rPr lang="en" sz="10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`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}, [clicks])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the [clicks] is the dependency array.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and note that it listens to changes in the 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"clicks" variable. Every time it does, it in turn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updates the "text".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logClick = () =&gt; {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setClicks(clicks + </a:t>
            </a:r>
            <a:r>
              <a:rPr lang="en" sz="1000">
                <a:solidFill>
                  <a:srgbClr val="FBC02D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&lt;div&gt;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&lt;h1&gt;Updating Example&lt;/h1&gt;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&lt;p&gt;{text}&lt;/p&gt;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&lt;button onClick={logClick}&gt;Log Clicks&lt;/button&gt;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&lt;/div&gt;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387900" y="2294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Component LifeCycle - Unmounting</a:t>
            </a:r>
            <a:endParaRPr/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87900" y="12612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In the React component lifecycle unmounting is essentially when a component is removed from the page, this would be like a function called when a dom element is removed from the page.</a:t>
            </a:r>
            <a:endParaRPr sz="1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000"/>
              <a:t>Let’s take a look at what unmounting looks like through the example on the right.</a:t>
            </a:r>
            <a:endParaRPr sz="1000"/>
          </a:p>
          <a:p>
            <a:pPr indent="-292100" lvl="0" marL="457200" rtl="0" algn="l">
              <a:spcBef>
                <a:spcPts val="1600"/>
              </a:spcBef>
              <a:spcAft>
                <a:spcPts val="0"/>
              </a:spcAft>
              <a:buSzPts val="1000"/>
              <a:buAutoNum type="arabicPeriod"/>
            </a:pPr>
            <a:r>
              <a:rPr lang="en" sz="1000"/>
              <a:t>The “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en" sz="1000"/>
              <a:t>” has a stateful variable named “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visible</a:t>
            </a:r>
            <a:r>
              <a:rPr lang="en" sz="1000"/>
              <a:t>” that changes when the button is clicked and the “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toggleMount </a:t>
            </a:r>
            <a:r>
              <a:rPr lang="en" sz="1000"/>
              <a:t>” function is fired.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 sz="1000"/>
              <a:t>The “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ExampleComponent</a:t>
            </a:r>
            <a:r>
              <a:rPr lang="en" sz="1000"/>
              <a:t>” is mounted immediately because “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visible</a:t>
            </a:r>
            <a:r>
              <a:rPr lang="en" sz="1000"/>
              <a:t>” is set to “</a:t>
            </a:r>
            <a:r>
              <a:rPr lang="en" sz="9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000"/>
              <a:t>”.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 sz="1000"/>
              <a:t>When the user clicks the button, the </a:t>
            </a:r>
            <a:r>
              <a:rPr lang="en" sz="1000"/>
              <a:t>“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visible</a:t>
            </a:r>
            <a:r>
              <a:rPr lang="en" sz="1000"/>
              <a:t>” is toggled and the “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ExampleComponent</a:t>
            </a:r>
            <a:r>
              <a:rPr lang="en" sz="1000"/>
              <a:t>” is removed to to the conditional JSX formatting of “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{visible &amp;&amp; &lt;ExampleComponent/&gt;}</a:t>
            </a:r>
            <a:r>
              <a:rPr lang="en" sz="1000"/>
              <a:t>”. As it’s being removed the “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ExampleComponent</a:t>
            </a:r>
            <a:r>
              <a:rPr lang="en" sz="1000"/>
              <a:t>” check for any “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useEffect</a:t>
            </a:r>
            <a:r>
              <a:rPr lang="en" sz="1000"/>
              <a:t>” for unmounting and it does! So that function is called.</a:t>
            </a:r>
            <a:endParaRPr sz="1000"/>
          </a:p>
        </p:txBody>
      </p:sp>
      <p:sp>
        <p:nvSpPr>
          <p:cNvPr id="144" name="Google Shape;144;p24"/>
          <p:cNvSpPr txBox="1"/>
          <p:nvPr>
            <p:ph idx="2" type="body"/>
          </p:nvPr>
        </p:nvSpPr>
        <p:spPr>
          <a:xfrm>
            <a:off x="387900" y="4580500"/>
            <a:ext cx="39999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Here’s an example of it live</a:t>
            </a:r>
            <a:r>
              <a:rPr lang="en"/>
              <a:t> (click “Run with js”)</a:t>
            </a:r>
            <a:endParaRPr/>
          </a:p>
        </p:txBody>
      </p:sp>
      <p:sp>
        <p:nvSpPr>
          <p:cNvPr id="145" name="Google Shape;145;p24"/>
          <p:cNvSpPr txBox="1"/>
          <p:nvPr/>
        </p:nvSpPr>
        <p:spPr>
          <a:xfrm>
            <a:off x="4693500" y="945700"/>
            <a:ext cx="40626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{useEffect, useState} </a:t>
            </a:r>
            <a:r>
              <a:rPr lang="en" sz="9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"react"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ExampleComponent = ()=&gt; {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useEffect(()=&gt; {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950">
                <a:solidFill>
                  <a:srgbClr val="CE93D8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.log(</a:t>
            </a:r>
            <a:r>
              <a:rPr lang="en" sz="9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"ExampleComponent added"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9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() =&gt; {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n" sz="950">
                <a:solidFill>
                  <a:srgbClr val="CE93D8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.log(</a:t>
            </a:r>
            <a:r>
              <a:rPr lang="en" sz="9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"ExampleComponent removed"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}, [])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9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&lt;h2&gt; Now you see me&lt;/h2&gt;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App = () =&gt; {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9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[visible, setVisible] = useState(</a:t>
            </a:r>
            <a:r>
              <a:rPr lang="en" sz="9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9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toggleMount = () =&gt; {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setVisible(!visible) </a:t>
            </a:r>
            <a:r>
              <a:rPr lang="en" sz="95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set to opposite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9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&lt;div&gt;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&lt;h1&gt;Mounting Example&lt;/h1&gt;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&lt;button onClick={toggleMount}&gt;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{visible ? </a:t>
            </a:r>
            <a:r>
              <a:rPr lang="en" sz="9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"unmount"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: </a:t>
            </a:r>
            <a:r>
              <a:rPr lang="en" sz="9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"mount"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&lt;/button&gt;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{visible &amp;&amp; &lt;ExampleComponent/&gt;}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&lt;/div&gt;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LifeCycle - Class Equivalents</a:t>
            </a:r>
            <a:endParaRPr/>
          </a:p>
        </p:txBody>
      </p:sp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387900" y="1489824"/>
            <a:ext cx="8368200" cy="9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/>
              <a:t>A note, React was once only class based (not long ago) and had equivalent methods that we’re invoked. Let’s take a look at their class based equivalent. Some of the class behaviour here is a bit different, but if you ever come across it I wanted you </a:t>
            </a:r>
            <a:r>
              <a:rPr lang="en" sz="1200"/>
              <a:t>folks to understand the gist of what the classes are doing (since we’re only doing hooks).</a:t>
            </a:r>
            <a:endParaRPr sz="1200"/>
          </a:p>
        </p:txBody>
      </p:sp>
      <p:sp>
        <p:nvSpPr>
          <p:cNvPr id="152" name="Google Shape;152;p25"/>
          <p:cNvSpPr/>
          <p:nvPr/>
        </p:nvSpPr>
        <p:spPr>
          <a:xfrm>
            <a:off x="6119150" y="2693550"/>
            <a:ext cx="2838300" cy="21810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5"/>
          <p:cNvSpPr/>
          <p:nvPr/>
        </p:nvSpPr>
        <p:spPr>
          <a:xfrm>
            <a:off x="3091775" y="2693550"/>
            <a:ext cx="2914200" cy="21810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5"/>
          <p:cNvSpPr/>
          <p:nvPr/>
        </p:nvSpPr>
        <p:spPr>
          <a:xfrm>
            <a:off x="146050" y="2693628"/>
            <a:ext cx="2832600" cy="21810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5"/>
          <p:cNvSpPr txBox="1"/>
          <p:nvPr/>
        </p:nvSpPr>
        <p:spPr>
          <a:xfrm>
            <a:off x="303500" y="2693675"/>
            <a:ext cx="2325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Mounting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Here you can run a function when a component is created, and runs before your JSX is rendered.</a:t>
            </a:r>
            <a:b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You need an empty dependency array for this.</a:t>
            </a:r>
            <a:endParaRPr i="1"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5"/>
          <p:cNvSpPr txBox="1"/>
          <p:nvPr/>
        </p:nvSpPr>
        <p:spPr>
          <a:xfrm>
            <a:off x="3185638" y="2693675"/>
            <a:ext cx="2325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Updating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 can run functions when a specific variable is updated, or when any variable is updated (or is mounted).</a:t>
            </a:r>
            <a:b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you either need to specify the stateful variable in the dependency array OR don’t specify it and the effect will run everytime something is updated (this is not ideal).</a:t>
            </a:r>
            <a:b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5"/>
          <p:cNvSpPr txBox="1"/>
          <p:nvPr/>
        </p:nvSpPr>
        <p:spPr>
          <a:xfrm>
            <a:off x="6211450" y="2693675"/>
            <a:ext cx="23256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Unmounting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 can run specific functions when the component is destroyed/removed from the dom.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You’ll need to specify an empty dependency array but include your code in a returned callback.</a:t>
            </a:r>
            <a:endParaRPr i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5"/>
          <p:cNvSpPr txBox="1"/>
          <p:nvPr/>
        </p:nvSpPr>
        <p:spPr>
          <a:xfrm>
            <a:off x="399550" y="4453375"/>
            <a:ext cx="232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componentDidMount() {}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9" name="Google Shape;159;p25"/>
          <p:cNvSpPr txBox="1"/>
          <p:nvPr/>
        </p:nvSpPr>
        <p:spPr>
          <a:xfrm>
            <a:off x="3311050" y="4400450"/>
            <a:ext cx="207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componentDidUpdate() { }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0" name="Google Shape;160;p25"/>
          <p:cNvSpPr txBox="1"/>
          <p:nvPr/>
        </p:nvSpPr>
        <p:spPr>
          <a:xfrm>
            <a:off x="6372600" y="4400450"/>
            <a:ext cx="232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componentWillUnmount() { }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